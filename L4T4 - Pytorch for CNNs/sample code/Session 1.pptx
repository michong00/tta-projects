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DCF5"/>
          </a:solidFill>
        </a:fill>
      </a:tcStyle>
    </a:wholeTbl>
    <a:band2H>
      <a:tcTxStyle b="def" i="def"/>
      <a:tcStyle>
        <a:tcBdr/>
        <a:fill>
          <a:solidFill>
            <a:srgbClr val="E9EEFA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ECDC"/>
          </a:solidFill>
        </a:fill>
      </a:tcStyle>
    </a:wholeTbl>
    <a:band2H>
      <a:tcTxStyle b="def" i="def"/>
      <a:tcStyle>
        <a:tcBdr/>
        <a:fill>
          <a:solidFill>
            <a:srgbClr val="E9F5EE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8D1D5"/>
          </a:solidFill>
        </a:fill>
      </a:tcStyle>
    </a:wholeTbl>
    <a:band2H>
      <a:tcTxStyle b="def" i="def"/>
      <a:tcStyle>
        <a:tcBdr/>
        <a:fill>
          <a:solidFill>
            <a:srgbClr val="FBE9EB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11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3" name="Shape 11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n-lt"/>
        <a:ea typeface="+mn-ea"/>
        <a:cs typeface="+mn-cs"/>
        <a:sym typeface="Arial"/>
      </a:defRPr>
    </a:lvl1pPr>
    <a:lvl2pPr indent="228600" latinLnBrk="0">
      <a:defRPr sz="1400">
        <a:latin typeface="+mn-lt"/>
        <a:ea typeface="+mn-ea"/>
        <a:cs typeface="+mn-cs"/>
        <a:sym typeface="Arial"/>
      </a:defRPr>
    </a:lvl2pPr>
    <a:lvl3pPr indent="457200" latinLnBrk="0">
      <a:defRPr sz="1400">
        <a:latin typeface="+mn-lt"/>
        <a:ea typeface="+mn-ea"/>
        <a:cs typeface="+mn-cs"/>
        <a:sym typeface="Arial"/>
      </a:defRPr>
    </a:lvl3pPr>
    <a:lvl4pPr indent="685800" latinLnBrk="0">
      <a:defRPr sz="1400">
        <a:latin typeface="+mn-lt"/>
        <a:ea typeface="+mn-ea"/>
        <a:cs typeface="+mn-cs"/>
        <a:sym typeface="Arial"/>
      </a:defRPr>
    </a:lvl4pPr>
    <a:lvl5pPr indent="914400" latinLnBrk="0">
      <a:defRPr sz="1400">
        <a:latin typeface="+mn-lt"/>
        <a:ea typeface="+mn-ea"/>
        <a:cs typeface="+mn-cs"/>
        <a:sym typeface="Arial"/>
      </a:defRPr>
    </a:lvl5pPr>
    <a:lvl6pPr indent="1143000" latinLnBrk="0">
      <a:defRPr sz="1400">
        <a:latin typeface="+mn-lt"/>
        <a:ea typeface="+mn-ea"/>
        <a:cs typeface="+mn-cs"/>
        <a:sym typeface="Arial"/>
      </a:defRPr>
    </a:lvl6pPr>
    <a:lvl7pPr indent="1371600" latinLnBrk="0">
      <a:defRPr sz="1400">
        <a:latin typeface="+mn-lt"/>
        <a:ea typeface="+mn-ea"/>
        <a:cs typeface="+mn-cs"/>
        <a:sym typeface="Arial"/>
      </a:defRPr>
    </a:lvl7pPr>
    <a:lvl8pPr indent="1600200" latinLnBrk="0">
      <a:defRPr sz="1400">
        <a:latin typeface="+mn-lt"/>
        <a:ea typeface="+mn-ea"/>
        <a:cs typeface="+mn-cs"/>
        <a:sym typeface="Arial"/>
      </a:defRPr>
    </a:lvl8pPr>
    <a:lvl9pPr indent="1828800" latinLnBrk="0">
      <a:defRPr sz="14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899099" y="914400"/>
            <a:ext cx="7349402" cy="25704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sz="quarter" idx="1"/>
          </p:nvPr>
        </p:nvSpPr>
        <p:spPr>
          <a:xfrm>
            <a:off x="899099" y="3560400"/>
            <a:ext cx="7349402" cy="1472401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10000"/>
              </a:lnSpc>
              <a:buClrTx/>
              <a:buSzTx/>
              <a:buFontTx/>
              <a:buNone/>
              <a:defRPr sz="2400"/>
            </a:lvl1pPr>
            <a:lvl2pPr marL="342900" indent="241300" algn="ctr">
              <a:lnSpc>
                <a:spcPct val="110000"/>
              </a:lnSpc>
              <a:buClrTx/>
              <a:buSzTx/>
              <a:buFontTx/>
              <a:buNone/>
              <a:defRPr sz="2400"/>
            </a:lvl2pPr>
            <a:lvl3pPr marL="342900" indent="698500" algn="ctr">
              <a:lnSpc>
                <a:spcPct val="110000"/>
              </a:lnSpc>
              <a:buClrTx/>
              <a:buSzTx/>
              <a:buFontTx/>
              <a:buNone/>
              <a:defRPr sz="2400"/>
            </a:lvl3pPr>
            <a:lvl4pPr marL="342900" indent="1168400" algn="ctr">
              <a:lnSpc>
                <a:spcPct val="110000"/>
              </a:lnSpc>
              <a:buClrTx/>
              <a:buSzTx/>
              <a:buFontTx/>
              <a:buNone/>
              <a:defRPr sz="2400"/>
            </a:lvl4pPr>
            <a:lvl5pPr marL="342900" indent="1625600" algn="ctr">
              <a:lnSpc>
                <a:spcPct val="110000"/>
              </a:lnSpc>
              <a:buClrTx/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1493100" y="3848399"/>
            <a:ext cx="5826601" cy="766801"/>
          </a:xfrm>
          <a:prstGeom prst="rect">
            <a:avLst/>
          </a:prstGeom>
        </p:spPr>
        <p:txBody>
          <a:bodyPr anchor="b"/>
          <a:lstStyle>
            <a:lvl1pPr>
              <a:defRPr sz="44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1493100" y="4615200"/>
            <a:ext cx="5826601" cy="867601"/>
          </a:xfrm>
          <a:prstGeom prst="rect">
            <a:avLst/>
          </a:prstGeom>
        </p:spPr>
        <p:txBody>
          <a:bodyPr/>
          <a:lstStyle>
            <a:lvl1pPr marL="228600" indent="0">
              <a:buClrTx/>
              <a:buSzTx/>
              <a:buFontTx/>
              <a:buNone/>
            </a:lvl1pPr>
            <a:lvl2pPr marL="228600" indent="457200">
              <a:buClrTx/>
              <a:buSzTx/>
              <a:buFontTx/>
              <a:buNone/>
            </a:lvl2pPr>
            <a:lvl3pPr marL="228600" indent="914400">
              <a:buClrTx/>
              <a:buSzTx/>
              <a:buFontTx/>
              <a:buNone/>
            </a:lvl3pPr>
            <a:lvl4pPr marL="228600" indent="1371600">
              <a:buClrTx/>
              <a:buSzTx/>
              <a:buFontTx/>
              <a:buNone/>
            </a:lvl4pPr>
            <a:lvl5pPr marL="228600" indent="1828800">
              <a:buClrTx/>
              <a:buSzTx/>
              <a:buFontTx/>
              <a:buNone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6300" y="1501200"/>
            <a:ext cx="3882600" cy="4748401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Google Shape;40;p6"/>
          <p:cNvSpPr txBox="1"/>
          <p:nvPr>
            <p:ph type="body" sz="half" idx="21"/>
          </p:nvPr>
        </p:nvSpPr>
        <p:spPr>
          <a:xfrm>
            <a:off x="4808699" y="1501200"/>
            <a:ext cx="3882600" cy="4748401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9" name="Body Level One…"/>
          <p:cNvSpPr txBox="1"/>
          <p:nvPr>
            <p:ph type="body" sz="quarter" idx="1"/>
          </p:nvPr>
        </p:nvSpPr>
        <p:spPr>
          <a:xfrm>
            <a:off x="456300" y="1429199"/>
            <a:ext cx="4006801" cy="381601"/>
          </a:xfrm>
          <a:prstGeom prst="rect">
            <a:avLst/>
          </a:prstGeom>
        </p:spPr>
        <p:txBody>
          <a:bodyPr lIns="38100" tIns="38100" rIns="38100" bIns="38100"/>
          <a:lstStyle>
            <a:lvl1pPr marL="228600" indent="0">
              <a:lnSpc>
                <a:spcPct val="100000"/>
              </a:lnSpc>
              <a:buClrTx/>
              <a:buSzTx/>
              <a:buFontTx/>
              <a:buNone/>
              <a:defRPr b="1" sz="2000">
                <a:solidFill>
                  <a:srgbClr val="3F3F3F"/>
                </a:solidFill>
              </a:defRPr>
            </a:lvl1pPr>
            <a:lvl2pPr marL="228600" indent="457200">
              <a:lnSpc>
                <a:spcPct val="100000"/>
              </a:lnSpc>
              <a:buClrTx/>
              <a:buSzTx/>
              <a:buFontTx/>
              <a:buNone/>
              <a:defRPr b="1" sz="2000">
                <a:solidFill>
                  <a:srgbClr val="3F3F3F"/>
                </a:solidFill>
              </a:defRPr>
            </a:lvl2pPr>
            <a:lvl3pPr marL="228600" indent="914400">
              <a:lnSpc>
                <a:spcPct val="100000"/>
              </a:lnSpc>
              <a:buClrTx/>
              <a:buSzTx/>
              <a:buFontTx/>
              <a:buNone/>
              <a:defRPr b="1" sz="2000">
                <a:solidFill>
                  <a:srgbClr val="3F3F3F"/>
                </a:solidFill>
              </a:defRPr>
            </a:lvl3pPr>
            <a:lvl4pPr marL="228600" indent="1371600">
              <a:lnSpc>
                <a:spcPct val="100000"/>
              </a:lnSpc>
              <a:buClrTx/>
              <a:buSzTx/>
              <a:buFontTx/>
              <a:buNone/>
              <a:defRPr b="1" sz="2000">
                <a:solidFill>
                  <a:srgbClr val="3F3F3F"/>
                </a:solidFill>
              </a:defRPr>
            </a:lvl4pPr>
            <a:lvl5pPr marL="228600" indent="1828800">
              <a:lnSpc>
                <a:spcPct val="100000"/>
              </a:lnSpc>
              <a:buClrTx/>
              <a:buSzTx/>
              <a:buFontTx/>
              <a:buNone/>
              <a:defRPr b="1" sz="2000">
                <a:solidFill>
                  <a:srgbClr val="3F3F3F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0" name="Google Shape;47;p7"/>
          <p:cNvSpPr txBox="1"/>
          <p:nvPr>
            <p:ph type="body" sz="half" idx="21"/>
          </p:nvPr>
        </p:nvSpPr>
        <p:spPr>
          <a:xfrm>
            <a:off x="456300" y="1854000"/>
            <a:ext cx="4006801" cy="4395600"/>
          </a:xfrm>
          <a:prstGeom prst="rect">
            <a:avLst/>
          </a:prstGeom>
        </p:spPr>
        <p:txBody>
          <a:bodyPr lIns="0" tIns="0" rIns="0" bIns="0"/>
          <a:lstStyle/>
          <a:p>
            <a:pPr/>
          </a:p>
        </p:txBody>
      </p:sp>
      <p:sp>
        <p:nvSpPr>
          <p:cNvPr id="51" name="Google Shape;48;p7"/>
          <p:cNvSpPr txBox="1"/>
          <p:nvPr>
            <p:ph type="body" sz="quarter" idx="22"/>
          </p:nvPr>
        </p:nvSpPr>
        <p:spPr>
          <a:xfrm>
            <a:off x="4676812" y="1421729"/>
            <a:ext cx="4006801" cy="381601"/>
          </a:xfrm>
          <a:prstGeom prst="rect">
            <a:avLst/>
          </a:prstGeom>
        </p:spPr>
        <p:txBody>
          <a:bodyPr lIns="38100" tIns="38100" rIns="38100" bIns="38100"/>
          <a:lstStyle/>
          <a:p>
            <a:pPr marL="228600" indent="0">
              <a:lnSpc>
                <a:spcPct val="100000"/>
              </a:lnSpc>
              <a:buClrTx/>
              <a:buSzTx/>
              <a:buFontTx/>
              <a:buNone/>
              <a:defRPr b="1" sz="2000">
                <a:solidFill>
                  <a:srgbClr val="3F3F3F"/>
                </a:solidFill>
              </a:defRPr>
            </a:pPr>
          </a:p>
        </p:txBody>
      </p:sp>
      <p:sp>
        <p:nvSpPr>
          <p:cNvPr id="52" name="Google Shape;49;p7"/>
          <p:cNvSpPr txBox="1"/>
          <p:nvPr>
            <p:ph type="body" sz="half" idx="23"/>
          </p:nvPr>
        </p:nvSpPr>
        <p:spPr>
          <a:xfrm>
            <a:off x="4676812" y="1854000"/>
            <a:ext cx="4006801" cy="4395600"/>
          </a:xfrm>
          <a:prstGeom prst="rect">
            <a:avLst/>
          </a:prstGeom>
        </p:spPr>
        <p:txBody>
          <a:bodyPr lIns="0" tIns="0" rIns="0" bIns="0"/>
          <a:lstStyle/>
          <a:p>
            <a:pPr/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59;p9"/>
          <p:cNvSpPr/>
          <p:nvPr>
            <p:ph type="pic" sz="half" idx="21"/>
          </p:nvPr>
        </p:nvSpPr>
        <p:spPr>
          <a:xfrm>
            <a:off x="456300" y="1555200"/>
            <a:ext cx="3924809" cy="4608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9" name="Body Level One…"/>
          <p:cNvSpPr txBox="1"/>
          <p:nvPr>
            <p:ph type="body" sz="half" idx="1"/>
          </p:nvPr>
        </p:nvSpPr>
        <p:spPr>
          <a:xfrm>
            <a:off x="4762799" y="1555200"/>
            <a:ext cx="3920401" cy="4608001"/>
          </a:xfrm>
          <a:prstGeom prst="rect">
            <a:avLst/>
          </a:prstGeom>
        </p:spPr>
        <p:txBody>
          <a:bodyPr/>
          <a:lstStyle>
            <a:lvl1pPr marL="228600" indent="0">
              <a:buClrTx/>
              <a:buSzTx/>
              <a:buFontTx/>
              <a:buNone/>
              <a:defRPr sz="1600"/>
            </a:lvl1pPr>
            <a:lvl2pPr marL="914400" indent="-342900">
              <a:buClrTx/>
              <a:buSzPts val="1600"/>
              <a:buFontTx/>
              <a:defRPr sz="1600"/>
            </a:lvl2pPr>
            <a:lvl3pPr marL="1371600" indent="-342900">
              <a:buClrTx/>
              <a:buSzPts val="1600"/>
              <a:buFontTx/>
              <a:defRPr sz="1600"/>
            </a:lvl3pPr>
            <a:lvl4pPr marL="1877785" indent="-391885">
              <a:buClrTx/>
              <a:buSzPts val="1600"/>
              <a:buFontTx/>
              <a:defRPr sz="1600"/>
            </a:lvl4pPr>
            <a:lvl5pPr marL="2334985" indent="-391885">
              <a:buClrTx/>
              <a:buSzPts val="1600"/>
              <a:buFontTx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 lIns="46975" tIns="46975" rIns="46975" bIns="46975"/>
          <a:lstStyle/>
          <a:p>
            <a:pPr/>
            <a:r>
              <a:t>Title Text</a:t>
            </a:r>
          </a:p>
        </p:txBody>
      </p:sp>
      <p:sp>
        <p:nvSpPr>
          <p:cNvPr id="7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itle Text"/>
          <p:cNvSpPr txBox="1"/>
          <p:nvPr>
            <p:ph type="title"/>
          </p:nvPr>
        </p:nvSpPr>
        <p:spPr>
          <a:xfrm rot="5400000">
            <a:off x="5552999" y="3037500"/>
            <a:ext cx="5029201" cy="783001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pPr/>
            <a:r>
              <a:t>Title Text</a:t>
            </a:r>
          </a:p>
        </p:txBody>
      </p:sp>
      <p:sp>
        <p:nvSpPr>
          <p:cNvPr id="79" name="Body Level One…"/>
          <p:cNvSpPr txBox="1"/>
          <p:nvPr>
            <p:ph type="body" idx="1"/>
          </p:nvPr>
        </p:nvSpPr>
        <p:spPr>
          <a:xfrm rot="5400000">
            <a:off x="1609650" y="-9451"/>
            <a:ext cx="5029201" cy="6876901"/>
          </a:xfrm>
          <a:prstGeom prst="rect">
            <a:avLst/>
          </a:prstGeom>
        </p:spPr>
        <p:txBody>
          <a:bodyPr/>
          <a:lstStyle>
            <a:lvl2pPr marL="955675" indent="-371475"/>
            <a:lvl3pPr marL="1412875" indent="-371475"/>
            <a:lvl4pPr marL="1919514" indent="-408214"/>
            <a:lvl5pPr marL="2376714" indent="-408214"/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Body Level One…"/>
          <p:cNvSpPr txBox="1"/>
          <p:nvPr>
            <p:ph type="body" idx="1"/>
          </p:nvPr>
        </p:nvSpPr>
        <p:spPr>
          <a:xfrm>
            <a:off x="456300" y="773999"/>
            <a:ext cx="8229601" cy="5482801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itle Text"/>
          <p:cNvSpPr txBox="1"/>
          <p:nvPr>
            <p:ph type="title"/>
          </p:nvPr>
        </p:nvSpPr>
        <p:spPr>
          <a:xfrm>
            <a:off x="899099" y="2483999"/>
            <a:ext cx="7349402" cy="1018801"/>
          </a:xfrm>
          <a:prstGeom prst="rect">
            <a:avLst/>
          </a:prstGeom>
        </p:spPr>
        <p:txBody>
          <a:bodyPr anchor="t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96" name="Body Level One…"/>
          <p:cNvSpPr txBox="1"/>
          <p:nvPr>
            <p:ph type="body" sz="quarter" idx="1"/>
          </p:nvPr>
        </p:nvSpPr>
        <p:spPr>
          <a:xfrm>
            <a:off x="899099" y="3560400"/>
            <a:ext cx="7349402" cy="471601"/>
          </a:xfrm>
          <a:prstGeom prst="rect">
            <a:avLst/>
          </a:prstGeom>
        </p:spPr>
        <p:txBody>
          <a:bodyPr/>
          <a:lstStyle>
            <a:lvl1pPr marL="228600" indent="0" algn="ctr">
              <a:lnSpc>
                <a:spcPct val="110000"/>
              </a:lnSpc>
              <a:buClrTx/>
              <a:buSzTx/>
              <a:buFontTx/>
              <a:buNone/>
              <a:defRPr sz="2400"/>
            </a:lvl1pPr>
            <a:lvl2pPr marL="1085850" indent="-514350" algn="ctr">
              <a:lnSpc>
                <a:spcPct val="110000"/>
              </a:lnSpc>
              <a:buClrTx/>
              <a:buSzPts val="2400"/>
              <a:buFontTx/>
              <a:defRPr sz="2400"/>
            </a:lvl2pPr>
            <a:lvl3pPr marL="1543050" indent="-514350" algn="ctr">
              <a:lnSpc>
                <a:spcPct val="110000"/>
              </a:lnSpc>
              <a:buClrTx/>
              <a:buSzPts val="2400"/>
              <a:buFontTx/>
              <a:defRPr sz="2400"/>
            </a:lvl3pPr>
            <a:lvl4pPr marL="2073728" indent="-587828" algn="ctr">
              <a:lnSpc>
                <a:spcPct val="110000"/>
              </a:lnSpc>
              <a:buClrTx/>
              <a:buSzPts val="2400"/>
              <a:buFontTx/>
              <a:defRPr sz="2400"/>
            </a:lvl4pPr>
            <a:lvl5pPr marL="2530928" indent="-587828" algn="ctr">
              <a:lnSpc>
                <a:spcPct val="110000"/>
              </a:lnSpc>
              <a:buClrTx/>
              <a:buSzPts val="2400"/>
              <a:buFontTx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幻灯片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itle Text"/>
          <p:cNvSpPr txBox="1"/>
          <p:nvPr>
            <p:ph type="title"/>
          </p:nvPr>
        </p:nvSpPr>
        <p:spPr>
          <a:xfrm>
            <a:off x="899099" y="914400"/>
            <a:ext cx="7349402" cy="2570401"/>
          </a:xfrm>
          <a:prstGeom prst="rect">
            <a:avLst/>
          </a:prstGeom>
        </p:spPr>
        <p:txBody>
          <a:bodyPr anchor="b"/>
          <a:lstStyle>
            <a:lvl1pPr algn="ctr">
              <a:defRPr spc="300" sz="6000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05" name="Body Level One…"/>
          <p:cNvSpPr txBox="1"/>
          <p:nvPr>
            <p:ph type="body" sz="quarter" idx="1"/>
          </p:nvPr>
        </p:nvSpPr>
        <p:spPr>
          <a:xfrm>
            <a:off x="899099" y="3560400"/>
            <a:ext cx="7349402" cy="147240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1000"/>
              </a:spcBef>
              <a:buClrTx/>
              <a:buSzTx/>
              <a:buFontTx/>
              <a:buNone/>
              <a:defRPr spc="200" sz="2400">
                <a:latin typeface="+mn-lt"/>
                <a:ea typeface="+mn-ea"/>
                <a:cs typeface="+mn-cs"/>
                <a:sym typeface="Arial"/>
              </a:defRPr>
            </a:lvl1pPr>
            <a:lvl2pPr marL="0" indent="457200" algn="ctr">
              <a:lnSpc>
                <a:spcPct val="110000"/>
              </a:lnSpc>
              <a:spcBef>
                <a:spcPts val="1000"/>
              </a:spcBef>
              <a:buClrTx/>
              <a:buSzTx/>
              <a:buFontTx/>
              <a:buNone/>
              <a:defRPr spc="200" sz="2400">
                <a:latin typeface="+mn-lt"/>
                <a:ea typeface="+mn-ea"/>
                <a:cs typeface="+mn-cs"/>
                <a:sym typeface="Arial"/>
              </a:defRPr>
            </a:lvl2pPr>
            <a:lvl3pPr marL="0" indent="914400" algn="ctr">
              <a:lnSpc>
                <a:spcPct val="110000"/>
              </a:lnSpc>
              <a:spcBef>
                <a:spcPts val="1000"/>
              </a:spcBef>
              <a:buClrTx/>
              <a:buSzTx/>
              <a:buFontTx/>
              <a:buNone/>
              <a:defRPr spc="200" sz="2400">
                <a:latin typeface="+mn-lt"/>
                <a:ea typeface="+mn-ea"/>
                <a:cs typeface="+mn-cs"/>
                <a:sym typeface="Arial"/>
              </a:defRPr>
            </a:lvl3pPr>
            <a:lvl4pPr marL="0" indent="1371600" algn="ctr">
              <a:lnSpc>
                <a:spcPct val="110000"/>
              </a:lnSpc>
              <a:spcBef>
                <a:spcPts val="1000"/>
              </a:spcBef>
              <a:buClrTx/>
              <a:buSzTx/>
              <a:buFontTx/>
              <a:buNone/>
              <a:defRPr spc="200" sz="2400">
                <a:latin typeface="+mn-lt"/>
                <a:ea typeface="+mn-ea"/>
                <a:cs typeface="+mn-cs"/>
                <a:sym typeface="Arial"/>
              </a:defRPr>
            </a:lvl4pPr>
            <a:lvl5pPr marL="0" indent="1828800" algn="ctr">
              <a:lnSpc>
                <a:spcPct val="110000"/>
              </a:lnSpc>
              <a:spcBef>
                <a:spcPts val="1000"/>
              </a:spcBef>
              <a:buClrTx/>
              <a:buSzTx/>
              <a:buFontTx/>
              <a:buNone/>
              <a:defRPr spc="200" sz="2400">
                <a:latin typeface="+mn-lt"/>
                <a:ea typeface="+mn-ea"/>
                <a:cs typeface="+mn-cs"/>
                <a:sym typeface="Arial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6" name="Slide Number"/>
          <p:cNvSpPr txBox="1"/>
          <p:nvPr>
            <p:ph type="sldNum" sz="quarter" idx="2"/>
          </p:nvPr>
        </p:nvSpPr>
        <p:spPr>
          <a:xfrm>
            <a:off x="8437797" y="6359307"/>
            <a:ext cx="245404" cy="226986"/>
          </a:xfrm>
          <a:prstGeom prst="rect">
            <a:avLst/>
          </a:prstGeom>
        </p:spPr>
        <p:txBody>
          <a:bodyPr lIns="45719" tIns="45719" rIns="45719" bIns="45719"/>
          <a:lstStyle>
            <a:lvl1pPr>
              <a:defRPr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6300" y="608399"/>
            <a:ext cx="8226901" cy="70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6300" y="1490400"/>
            <a:ext cx="8226901" cy="4759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52100" y="6357249"/>
            <a:ext cx="231101" cy="231101"/>
          </a:xfrm>
          <a:prstGeom prst="rect">
            <a:avLst/>
          </a:prstGeom>
          <a:ln w="12700">
            <a:miter lim="400000"/>
          </a:ln>
        </p:spPr>
        <p:txBody>
          <a:bodyPr wrap="none" lIns="45699" tIns="45699" rIns="45699" bIns="45699" anchor="ctr">
            <a:normAutofit fontScale="100000" lnSpcReduction="0"/>
          </a:bodyPr>
          <a:lstStyle>
            <a:lvl1pPr algn="r">
              <a:defRPr sz="1000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262626"/>
          </a:solidFill>
          <a:uFillTx/>
          <a:latin typeface="Gill Sans"/>
          <a:ea typeface="Gill Sans"/>
          <a:cs typeface="Gill Sans"/>
          <a:sym typeface="Gill Sans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262626"/>
          </a:solidFill>
          <a:uFillTx/>
          <a:latin typeface="Gill Sans"/>
          <a:ea typeface="Gill Sans"/>
          <a:cs typeface="Gill Sans"/>
          <a:sym typeface="Gill Sans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262626"/>
          </a:solidFill>
          <a:uFillTx/>
          <a:latin typeface="Gill Sans"/>
          <a:ea typeface="Gill Sans"/>
          <a:cs typeface="Gill Sans"/>
          <a:sym typeface="Gill Sans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262626"/>
          </a:solidFill>
          <a:uFillTx/>
          <a:latin typeface="Gill Sans"/>
          <a:ea typeface="Gill Sans"/>
          <a:cs typeface="Gill Sans"/>
          <a:sym typeface="Gill Sans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262626"/>
          </a:solidFill>
          <a:uFillTx/>
          <a:latin typeface="Gill Sans"/>
          <a:ea typeface="Gill Sans"/>
          <a:cs typeface="Gill Sans"/>
          <a:sym typeface="Gill Sans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262626"/>
          </a:solidFill>
          <a:uFillTx/>
          <a:latin typeface="Gill Sans"/>
          <a:ea typeface="Gill Sans"/>
          <a:cs typeface="Gill Sans"/>
          <a:sym typeface="Gill Sans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262626"/>
          </a:solidFill>
          <a:uFillTx/>
          <a:latin typeface="Gill Sans"/>
          <a:ea typeface="Gill Sans"/>
          <a:cs typeface="Gill Sans"/>
          <a:sym typeface="Gill Sans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262626"/>
          </a:solidFill>
          <a:uFillTx/>
          <a:latin typeface="Gill Sans"/>
          <a:ea typeface="Gill Sans"/>
          <a:cs typeface="Gill Sans"/>
          <a:sym typeface="Gill Sans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262626"/>
          </a:solidFill>
          <a:uFillTx/>
          <a:latin typeface="Gill Sans"/>
          <a:ea typeface="Gill Sans"/>
          <a:cs typeface="Gill Sans"/>
          <a:sym typeface="Gill Sans"/>
        </a:defRPr>
      </a:lvl9pPr>
    </p:titleStyle>
    <p:bodyStyle>
      <a:lvl1pPr marL="457200" marR="0" indent="-342900" algn="l" defTabSz="914400" rtl="0" latinLnBrk="0">
        <a:lnSpc>
          <a:spcPct val="130000"/>
        </a:lnSpc>
        <a:spcBef>
          <a:spcPts val="0"/>
        </a:spcBef>
        <a:spcAft>
          <a:spcPts val="0"/>
        </a:spcAft>
        <a:buClr>
          <a:srgbClr val="595959"/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rgbClr val="595959"/>
          </a:solidFill>
          <a:uFillTx/>
          <a:latin typeface="Gill Sans"/>
          <a:ea typeface="Gill Sans"/>
          <a:cs typeface="Gill Sans"/>
          <a:sym typeface="Gill Sans"/>
        </a:defRPr>
      </a:lvl1pPr>
      <a:lvl2pPr marL="957262" marR="0" indent="-385762" algn="l" defTabSz="914400" rtl="0" latinLnBrk="0">
        <a:lnSpc>
          <a:spcPct val="130000"/>
        </a:lnSpc>
        <a:spcBef>
          <a:spcPts val="0"/>
        </a:spcBef>
        <a:spcAft>
          <a:spcPts val="0"/>
        </a:spcAft>
        <a:buClr>
          <a:srgbClr val="595959"/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rgbClr val="595959"/>
          </a:solidFill>
          <a:uFillTx/>
          <a:latin typeface="Gill Sans"/>
          <a:ea typeface="Gill Sans"/>
          <a:cs typeface="Gill Sans"/>
          <a:sym typeface="Gill Sans"/>
        </a:defRPr>
      </a:lvl2pPr>
      <a:lvl3pPr marL="1414462" marR="0" indent="-385762" algn="l" defTabSz="914400" rtl="0" latinLnBrk="0">
        <a:lnSpc>
          <a:spcPct val="130000"/>
        </a:lnSpc>
        <a:spcBef>
          <a:spcPts val="0"/>
        </a:spcBef>
        <a:spcAft>
          <a:spcPts val="0"/>
        </a:spcAft>
        <a:buClr>
          <a:srgbClr val="595959"/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rgbClr val="595959"/>
          </a:solidFill>
          <a:uFillTx/>
          <a:latin typeface="Gill Sans"/>
          <a:ea typeface="Gill Sans"/>
          <a:cs typeface="Gill Sans"/>
          <a:sym typeface="Gill Sans"/>
        </a:defRPr>
      </a:lvl3pPr>
      <a:lvl4pPr marL="1926771" marR="0" indent="-440871" algn="l" defTabSz="914400" rtl="0" latinLnBrk="0">
        <a:lnSpc>
          <a:spcPct val="130000"/>
        </a:lnSpc>
        <a:spcBef>
          <a:spcPts val="0"/>
        </a:spcBef>
        <a:spcAft>
          <a:spcPts val="0"/>
        </a:spcAft>
        <a:buClr>
          <a:srgbClr val="595959"/>
        </a:buClr>
        <a:buSzPts val="1800"/>
        <a:buFont typeface="Arial"/>
        <a:buChar char="•"/>
        <a:tabLst/>
        <a:defRPr b="0" baseline="0" cap="none" i="0" spc="0" strike="noStrike" sz="1800" u="none">
          <a:solidFill>
            <a:srgbClr val="595959"/>
          </a:solidFill>
          <a:uFillTx/>
          <a:latin typeface="Gill Sans"/>
          <a:ea typeface="Gill Sans"/>
          <a:cs typeface="Gill Sans"/>
          <a:sym typeface="Gill Sans"/>
        </a:defRPr>
      </a:lvl4pPr>
      <a:lvl5pPr marL="2383971" marR="0" indent="-440871" algn="l" defTabSz="914400" rtl="0" latinLnBrk="0">
        <a:lnSpc>
          <a:spcPct val="130000"/>
        </a:lnSpc>
        <a:spcBef>
          <a:spcPts val="0"/>
        </a:spcBef>
        <a:spcAft>
          <a:spcPts val="0"/>
        </a:spcAft>
        <a:buClr>
          <a:srgbClr val="595959"/>
        </a:buClr>
        <a:buSzPts val="1800"/>
        <a:buFont typeface="Arial"/>
        <a:buChar char="•"/>
        <a:tabLst/>
        <a:defRPr b="0" baseline="0" cap="none" i="0" spc="0" strike="noStrike" sz="1800" u="none">
          <a:solidFill>
            <a:srgbClr val="595959"/>
          </a:solidFill>
          <a:uFillTx/>
          <a:latin typeface="Gill Sans"/>
          <a:ea typeface="Gill Sans"/>
          <a:cs typeface="Gill Sans"/>
          <a:sym typeface="Gill Sans"/>
        </a:defRPr>
      </a:lvl5pPr>
      <a:lvl6pPr marL="2743200" marR="0" indent="-342900" algn="l" defTabSz="914400" rtl="0" latinLnBrk="0">
        <a:lnSpc>
          <a:spcPct val="130000"/>
        </a:lnSpc>
        <a:spcBef>
          <a:spcPts val="0"/>
        </a:spcBef>
        <a:spcAft>
          <a:spcPts val="0"/>
        </a:spcAft>
        <a:buClr>
          <a:srgbClr val="595959"/>
        </a:buClr>
        <a:buSzPts val="1800"/>
        <a:buFont typeface="Arial"/>
        <a:buChar char="•"/>
        <a:tabLst/>
        <a:defRPr b="0" baseline="0" cap="none" i="0" spc="0" strike="noStrike" sz="1800" u="none">
          <a:solidFill>
            <a:srgbClr val="595959"/>
          </a:solidFill>
          <a:uFillTx/>
          <a:latin typeface="Gill Sans"/>
          <a:ea typeface="Gill Sans"/>
          <a:cs typeface="Gill Sans"/>
          <a:sym typeface="Gill Sans"/>
        </a:defRPr>
      </a:lvl6pPr>
      <a:lvl7pPr marL="3200400" marR="0" indent="-342900" algn="l" defTabSz="914400" rtl="0" latinLnBrk="0">
        <a:lnSpc>
          <a:spcPct val="130000"/>
        </a:lnSpc>
        <a:spcBef>
          <a:spcPts val="0"/>
        </a:spcBef>
        <a:spcAft>
          <a:spcPts val="0"/>
        </a:spcAft>
        <a:buClr>
          <a:srgbClr val="595959"/>
        </a:buClr>
        <a:buSzPts val="1800"/>
        <a:buFont typeface="Arial"/>
        <a:buChar char="•"/>
        <a:tabLst/>
        <a:defRPr b="0" baseline="0" cap="none" i="0" spc="0" strike="noStrike" sz="1800" u="none">
          <a:solidFill>
            <a:srgbClr val="595959"/>
          </a:solidFill>
          <a:uFillTx/>
          <a:latin typeface="Gill Sans"/>
          <a:ea typeface="Gill Sans"/>
          <a:cs typeface="Gill Sans"/>
          <a:sym typeface="Gill Sans"/>
        </a:defRPr>
      </a:lvl7pPr>
      <a:lvl8pPr marL="3657600" marR="0" indent="-342900" algn="l" defTabSz="914400" rtl="0" latinLnBrk="0">
        <a:lnSpc>
          <a:spcPct val="130000"/>
        </a:lnSpc>
        <a:spcBef>
          <a:spcPts val="0"/>
        </a:spcBef>
        <a:spcAft>
          <a:spcPts val="0"/>
        </a:spcAft>
        <a:buClr>
          <a:srgbClr val="595959"/>
        </a:buClr>
        <a:buSzPts val="1800"/>
        <a:buFont typeface="Arial"/>
        <a:buChar char="•"/>
        <a:tabLst/>
        <a:defRPr b="0" baseline="0" cap="none" i="0" spc="0" strike="noStrike" sz="1800" u="none">
          <a:solidFill>
            <a:srgbClr val="595959"/>
          </a:solidFill>
          <a:uFillTx/>
          <a:latin typeface="Gill Sans"/>
          <a:ea typeface="Gill Sans"/>
          <a:cs typeface="Gill Sans"/>
          <a:sym typeface="Gill Sans"/>
        </a:defRPr>
      </a:lvl8pPr>
      <a:lvl9pPr marL="4114800" marR="0" indent="-342900" algn="l" defTabSz="914400" rtl="0" latinLnBrk="0">
        <a:lnSpc>
          <a:spcPct val="130000"/>
        </a:lnSpc>
        <a:spcBef>
          <a:spcPts val="0"/>
        </a:spcBef>
        <a:spcAft>
          <a:spcPts val="0"/>
        </a:spcAft>
        <a:buClr>
          <a:srgbClr val="595959"/>
        </a:buClr>
        <a:buSzPts val="1800"/>
        <a:buFont typeface="Arial"/>
        <a:buChar char="•"/>
        <a:tabLst/>
        <a:defRPr b="0" baseline="0" cap="none" i="0" spc="0" strike="noStrike" sz="1800" u="none">
          <a:solidFill>
            <a:srgbClr val="595959"/>
          </a:solidFill>
          <a:uFillTx/>
          <a:latin typeface="Gill Sans"/>
          <a:ea typeface="Gill Sans"/>
          <a:cs typeface="Gill Sans"/>
          <a:sym typeface="Gill Sans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5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2.jpe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e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2.jpe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e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D700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图片 6" descr="图片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22579" y="328929"/>
            <a:ext cx="983616" cy="644526"/>
          </a:xfrm>
          <a:prstGeom prst="rect">
            <a:avLst/>
          </a:prstGeom>
          <a:ln w="12700">
            <a:miter lim="400000"/>
          </a:ln>
        </p:spPr>
      </p:pic>
      <p:pic>
        <p:nvPicPr>
          <p:cNvPr id="116" name="图片 7" descr="图片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303779" y="2129789"/>
            <a:ext cx="1774826" cy="2873376"/>
          </a:xfrm>
          <a:prstGeom prst="rect">
            <a:avLst/>
          </a:prstGeom>
          <a:ln w="12700">
            <a:miter lim="400000"/>
          </a:ln>
        </p:spPr>
      </p:pic>
      <p:sp>
        <p:nvSpPr>
          <p:cNvPr id="117" name="文本框 9"/>
          <p:cNvSpPr txBox="1"/>
          <p:nvPr/>
        </p:nvSpPr>
        <p:spPr>
          <a:xfrm>
            <a:off x="4450631" y="2978965"/>
            <a:ext cx="3342171" cy="1056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Gill Sans Nova"/>
                <a:ea typeface="Gill Sans Nova"/>
                <a:cs typeface="Gill Sans Nova"/>
                <a:sym typeface="Gill Sans Nova"/>
              </a:defRPr>
            </a:lvl1pPr>
          </a:lstStyle>
          <a:p>
            <a:pPr/>
            <a:r>
              <a:t>Reinforcement Learning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What is RL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r>
              <a:t>What is RL?</a:t>
            </a:r>
          </a:p>
        </p:txBody>
      </p:sp>
      <p:sp>
        <p:nvSpPr>
          <p:cNvPr id="120" name="RL stands for Reinforcement Learning, which is a branch of machine learning inspired by behavioral psychology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4572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0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t>RL stands for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Reinforcement Learning</a:t>
            </a:r>
            <a:r>
              <a:t>, which is a branch of machine learning inspired by behavioral psychology.</a:t>
            </a:r>
          </a:p>
          <a:p>
            <a:pPr marL="0" indent="0" defTabSz="4572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b="1" sz="20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b="0">
                <a:latin typeface="Graphik"/>
                <a:ea typeface="Graphik"/>
                <a:cs typeface="Graphik"/>
                <a:sym typeface="Graphik"/>
              </a:rPr>
              <a:t>At its core, reinforcement learning is about </a:t>
            </a:r>
            <a:r>
              <a:t>training an agent to make decisions by interacting with an environment</a:t>
            </a:r>
            <a:r>
              <a:rPr b="0">
                <a:latin typeface="Graphik"/>
                <a:ea typeface="Graphik"/>
                <a:cs typeface="Graphik"/>
                <a:sym typeface="Graphik"/>
              </a:rPr>
              <a:t>. The agent learns by trial and error:</a:t>
            </a:r>
            <a:endParaRPr b="0">
              <a:latin typeface="Graphik"/>
              <a:ea typeface="Graphik"/>
              <a:cs typeface="Graphik"/>
              <a:sym typeface="Graphik"/>
            </a:endParaRPr>
          </a:p>
          <a:p>
            <a:pPr indent="-317500" defTabSz="457200">
              <a:lnSpc>
                <a:spcPct val="100000"/>
              </a:lnSpc>
              <a:spcBef>
                <a:spcPts val="1200"/>
              </a:spcBef>
              <a:buClrTx/>
              <a:buSzPct val="100000"/>
              <a:buFont typeface="Times Roman"/>
              <a:buChar char="•"/>
              <a:defRPr sz="20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t>It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takes actions</a:t>
            </a:r>
            <a:r>
              <a:t> in the environment.</a:t>
            </a:r>
          </a:p>
          <a:p>
            <a:pPr indent="-317500" defTabSz="457200">
              <a:lnSpc>
                <a:spcPct val="100000"/>
              </a:lnSpc>
              <a:spcBef>
                <a:spcPts val="1200"/>
              </a:spcBef>
              <a:buClrTx/>
              <a:buSzPct val="100000"/>
              <a:buFont typeface="Times Roman"/>
              <a:buChar char="•"/>
              <a:defRPr sz="20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t>The environment responds with a new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state</a:t>
            </a:r>
            <a:r>
              <a:t> and a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reward</a:t>
            </a:r>
            <a:r>
              <a:t> (a numerical signal of how good or bad the action was).</a:t>
            </a:r>
          </a:p>
          <a:p>
            <a:pPr indent="-317500" defTabSz="457200">
              <a:lnSpc>
                <a:spcPct val="100000"/>
              </a:lnSpc>
              <a:spcBef>
                <a:spcPts val="1200"/>
              </a:spcBef>
              <a:buClrTx/>
              <a:buSzPct val="100000"/>
              <a:buFont typeface="Times Roman"/>
              <a:buChar char="•"/>
              <a:defRPr sz="20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t>The agent’s goal is to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maximize cumulative reward</a:t>
            </a:r>
            <a:r>
              <a:t> over time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What is RL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r>
              <a:t>What is RL?</a:t>
            </a:r>
          </a:p>
        </p:txBody>
      </p:sp>
      <p:sp>
        <p:nvSpPr>
          <p:cNvPr id="123" name="Reinforcement learning problems involve learning what to do—how to map situations to actions—so as to maximize a numerical reward signal."/>
          <p:cNvSpPr txBox="1"/>
          <p:nvPr>
            <p:ph type="body" sz="quarter" idx="1"/>
          </p:nvPr>
        </p:nvSpPr>
        <p:spPr>
          <a:xfrm>
            <a:off x="458549" y="2741431"/>
            <a:ext cx="8226902" cy="1375138"/>
          </a:xfrm>
          <a:prstGeom prst="rect">
            <a:avLst/>
          </a:prstGeom>
        </p:spPr>
        <p:txBody>
          <a:bodyPr/>
          <a:lstStyle/>
          <a:p>
            <a:pPr marL="0" indent="0" defTabSz="4572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t>Reinforcement learning problems involve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learning what to do</a:t>
            </a:r>
            <a:r>
              <a:t>—how to map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situations</a:t>
            </a:r>
            <a:r>
              <a:t> to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actions</a:t>
            </a:r>
            <a:r>
              <a:t>—so as to maximize a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numerical reward</a:t>
            </a:r>
            <a:r>
              <a:t> signal.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Example time!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Example time!</a:t>
            </a:r>
          </a:p>
        </p:txBody>
      </p:sp>
      <p:sp>
        <p:nvSpPr>
          <p:cNvPr id="126" name="Double-click to edit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L vs Supervised Learni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RL vs Supervised Learning</a:t>
            </a:r>
          </a:p>
        </p:txBody>
      </p:sp>
      <p:graphicFrame>
        <p:nvGraphicFramePr>
          <p:cNvPr id="129" name="Table 1"/>
          <p:cNvGraphicFramePr/>
          <p:nvPr/>
        </p:nvGraphicFramePr>
        <p:xfrm>
          <a:off x="1814512" y="1569766"/>
          <a:ext cx="7366001" cy="3731168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1" rtl="0">
                <a:tableStyleId>{4C3C2611-4C71-4FC5-86AE-919BDF0F9419}</a:tableStyleId>
              </a:tblPr>
              <a:tblGrid>
                <a:gridCol w="1838325"/>
                <a:gridCol w="1838325"/>
                <a:gridCol w="1838325"/>
              </a:tblGrid>
              <a:tr h="743693">
                <a:tc>
                  <a:txBody>
                    <a:bodyPr/>
                    <a:lstStyle/>
                    <a:p>
                      <a:pPr algn="l" defTabSz="457200">
                        <a:defRPr b="0" sz="1200">
                          <a:solidFill>
                            <a:srgbClr val="000000"/>
                          </a:solidFill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FFFFFF"/>
                          </a:solidFill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rPr>
                        <a:t>Reinforcement Learning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FFFFFF"/>
                          </a:solidFill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rPr>
                        <a:t>Supervised Learning</a:t>
                      </a:r>
                    </a:p>
                  </a:txBody>
                  <a:tcPr marL="0" marR="0" marT="0" marB="0" anchor="t" anchorCtr="0" horzOverflow="overflow"/>
                </a:tc>
              </a:tr>
              <a:tr h="743693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FFFFFF"/>
                          </a:solidFill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rPr>
                        <a:t>Data available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Graphik"/>
                          <a:ea typeface="Graphik"/>
                          <a:cs typeface="Graphik"/>
                          <a:sym typeface="Graphik"/>
                        </a:rPr>
                        <a:t>Labeled input–output pairs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Graphik"/>
                          <a:ea typeface="Graphik"/>
                          <a:cs typeface="Graphik"/>
                          <a:sym typeface="Graphik"/>
                        </a:rPr>
                        <a:t>No labels; only rewards/penalties</a:t>
                      </a:r>
                    </a:p>
                  </a:txBody>
                  <a:tcPr marL="0" marR="0" marT="0" marB="0" anchor="t" anchorCtr="0" horzOverflow="overflow"/>
                </a:tc>
              </a:tr>
              <a:tr h="743693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FFFFFF"/>
                          </a:solidFill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rPr>
                        <a:t>Feedback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Graphik"/>
                          <a:ea typeface="Graphik"/>
                          <a:cs typeface="Graphik"/>
                          <a:sym typeface="Graphik"/>
                        </a:rPr>
                        <a:t>Immediate &amp; correct answer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Graphik"/>
                          <a:ea typeface="Graphik"/>
                          <a:cs typeface="Graphik"/>
                          <a:sym typeface="Graphik"/>
                        </a:rPr>
                        <a:t>Delayed, sparse, trial-and-error
</a:t>
                      </a:r>
                    </a:p>
                  </a:txBody>
                  <a:tcPr marL="0" marR="0" marT="0" marB="0" anchor="t" anchorCtr="0" horzOverflow="overflow"/>
                </a:tc>
              </a:tr>
              <a:tr h="743693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FFFFFF"/>
                          </a:solidFill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rPr>
                        <a:t>Goal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Graphik"/>
                          <a:ea typeface="Graphik"/>
                          <a:cs typeface="Graphik"/>
                          <a:sym typeface="Graphik"/>
                        </a:rPr>
                        <a:t>Minimize error (predict correctly)
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Graphik"/>
                          <a:ea typeface="Graphik"/>
                          <a:cs typeface="Graphik"/>
                          <a:sym typeface="Graphik"/>
                        </a:rPr>
                        <a:t>Maximize cumulative reward
</a:t>
                      </a:r>
                    </a:p>
                  </a:txBody>
                  <a:tcPr marL="0" marR="0" marT="0" marB="0" anchor="t" anchorCtr="0" horzOverflow="overflow"/>
                </a:tc>
              </a:tr>
              <a:tr h="743693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FFFFFF"/>
                          </a:solidFill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rPr>
                        <a:t>Example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Graphik"/>
                          <a:ea typeface="Graphik"/>
                          <a:cs typeface="Graphik"/>
                          <a:sym typeface="Graphik"/>
                        </a:rPr>
                        <a:t>Predict if an email is spam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>
                          <a:latin typeface="Graphik"/>
                          <a:ea typeface="Graphik"/>
                          <a:cs typeface="Graphik"/>
                          <a:sym typeface="Graphik"/>
                        </a:rPr>
                        <a:t>Learn how to play chess
</a:t>
                      </a:r>
                    </a:p>
                  </a:txBody>
                  <a:tcPr marL="0" marR="0" marT="0" marB="0" anchor="t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Reinforcement-Learning-1024x683.png" descr="Reinforcement-Learning-1024x683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68646" y="1158990"/>
            <a:ext cx="6806708" cy="454002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tate Space (or Observation Space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r>
              <a:t>State Space (or Observation Space)</a:t>
            </a:r>
          </a:p>
        </p:txBody>
      </p:sp>
      <p:pic>
        <p:nvPicPr>
          <p:cNvPr id="134" name="Players-Minecraft-worlds-way-blocks-roaming-characters.jpeg" descr="Players-Minecraft-worlds-way-blocks-roaming-characters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173166" y="3077841"/>
            <a:ext cx="4223674" cy="2534205"/>
          </a:xfrm>
          <a:prstGeom prst="rect">
            <a:avLst/>
          </a:prstGeom>
          <a:ln w="12700">
            <a:miter lim="400000"/>
          </a:ln>
        </p:spPr>
      </p:pic>
      <p:pic>
        <p:nvPicPr>
          <p:cNvPr id="135" name="images.png" descr="images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65589" y="3077841"/>
            <a:ext cx="2534048" cy="2534048"/>
          </a:xfrm>
          <a:prstGeom prst="rect">
            <a:avLst/>
          </a:prstGeom>
          <a:ln w="12700">
            <a:miter lim="400000"/>
          </a:ln>
        </p:spPr>
      </p:pic>
      <p:sp>
        <p:nvSpPr>
          <p:cNvPr id="136" name="If the agent has full knowledge of the environment we call it the state."/>
          <p:cNvSpPr txBox="1"/>
          <p:nvPr>
            <p:ph type="body" sz="quarter" idx="1"/>
          </p:nvPr>
        </p:nvSpPr>
        <p:spPr>
          <a:xfrm>
            <a:off x="652594" y="1508352"/>
            <a:ext cx="2760038" cy="1375138"/>
          </a:xfrm>
          <a:prstGeom prst="rect">
            <a:avLst/>
          </a:prstGeom>
        </p:spPr>
        <p:txBody>
          <a:bodyPr/>
          <a:lstStyle/>
          <a:p>
            <a:pPr marL="0" indent="0" defTabSz="352043">
              <a:lnSpc>
                <a:spcPct val="100000"/>
              </a:lnSpc>
              <a:spcBef>
                <a:spcPts val="900"/>
              </a:spcBef>
              <a:buClrTx/>
              <a:buSzTx/>
              <a:buFontTx/>
              <a:buNone/>
              <a:defRPr sz="1848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t>If the agent has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full knowledge</a:t>
            </a:r>
            <a:r>
              <a:t> of the environment we call it the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state</a:t>
            </a:r>
            <a:r>
              <a:t>.</a:t>
            </a:r>
          </a:p>
        </p:txBody>
      </p:sp>
      <p:sp>
        <p:nvSpPr>
          <p:cNvPr id="137" name="If the agent only sees partial information we call it the observation."/>
          <p:cNvSpPr txBox="1"/>
          <p:nvPr/>
        </p:nvSpPr>
        <p:spPr>
          <a:xfrm>
            <a:off x="4904920" y="1508352"/>
            <a:ext cx="2760037" cy="13751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>
            <a:normAutofit fontScale="100000" lnSpcReduction="0"/>
          </a:bodyPr>
          <a:lstStyle/>
          <a:p>
            <a:pPr defTabSz="374904">
              <a:spcBef>
                <a:spcPts val="900"/>
              </a:spcBef>
              <a:defRPr sz="1968">
                <a:latin typeface="Graphik"/>
                <a:ea typeface="Graphik"/>
                <a:cs typeface="Graphik"/>
                <a:sym typeface="Graphik"/>
              </a:defRPr>
            </a:pPr>
            <a:r>
              <a:t>If the agent only sees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partial information</a:t>
            </a:r>
            <a:r>
              <a:t> we call it the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observation</a:t>
            </a:r>
            <a:r>
              <a:t>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Action Spac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r>
              <a:t>Action Space</a:t>
            </a:r>
          </a:p>
        </p:txBody>
      </p:sp>
      <p:sp>
        <p:nvSpPr>
          <p:cNvPr id="140" name="In a Discrete Action Space the agent has a finite set of choices."/>
          <p:cNvSpPr txBox="1"/>
          <p:nvPr>
            <p:ph type="body" sz="quarter" idx="1"/>
          </p:nvPr>
        </p:nvSpPr>
        <p:spPr>
          <a:xfrm>
            <a:off x="1312999" y="1508352"/>
            <a:ext cx="2760037" cy="1375138"/>
          </a:xfrm>
          <a:prstGeom prst="rect">
            <a:avLst/>
          </a:prstGeom>
        </p:spPr>
        <p:txBody>
          <a:bodyPr/>
          <a:lstStyle/>
          <a:p>
            <a:pPr marL="0" indent="0" defTabSz="329184">
              <a:lnSpc>
                <a:spcPct val="100000"/>
              </a:lnSpc>
              <a:spcBef>
                <a:spcPts val="800"/>
              </a:spcBef>
              <a:buClrTx/>
              <a:buSzTx/>
              <a:buFontTx/>
              <a:buNone/>
              <a:defRPr sz="1728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t>In a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Discrete Action Space</a:t>
            </a:r>
            <a:r>
              <a:t> the agent has a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finite</a:t>
            </a:r>
            <a:r>
              <a:t> set of choices.</a:t>
            </a:r>
          </a:p>
        </p:txBody>
      </p:sp>
      <p:sp>
        <p:nvSpPr>
          <p:cNvPr id="141" name="In a Continuous Action Space the agent has a infinite set of choices."/>
          <p:cNvSpPr txBox="1"/>
          <p:nvPr/>
        </p:nvSpPr>
        <p:spPr>
          <a:xfrm>
            <a:off x="5134245" y="1508352"/>
            <a:ext cx="2760038" cy="13751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>
            <a:normAutofit fontScale="100000" lnSpcReduction="0"/>
          </a:bodyPr>
          <a:lstStyle/>
          <a:p>
            <a:pPr defTabSz="329184">
              <a:spcBef>
                <a:spcPts val="800"/>
              </a:spcBef>
              <a:defRPr sz="1728">
                <a:latin typeface="Graphik"/>
                <a:ea typeface="Graphik"/>
                <a:cs typeface="Graphik"/>
                <a:sym typeface="Graphik"/>
              </a:defRPr>
            </a:pPr>
            <a:r>
              <a:t>In a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Continuous Action Space</a:t>
            </a:r>
            <a:r>
              <a:t> the agent has a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infinite</a:t>
            </a:r>
            <a:r>
              <a:t> set of choices.</a:t>
            </a:r>
          </a:p>
        </p:txBody>
      </p:sp>
      <p:pic>
        <p:nvPicPr>
          <p:cNvPr id="142" name="3-Card-Monte.png" descr="3-Card-Mont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32334" y="2883020"/>
            <a:ext cx="3321367" cy="228731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3" name="06.22.2017_Blog_B.jpg" descr="06.22.2017_Blog_B.jpg"/>
          <p:cNvPicPr>
            <a:picLocks noChangeAspect="1"/>
          </p:cNvPicPr>
          <p:nvPr/>
        </p:nvPicPr>
        <p:blipFill>
          <a:blip r:embed="rId3">
            <a:extLst/>
          </a:blip>
          <a:srcRect l="0" t="0" r="18727" b="0"/>
          <a:stretch>
            <a:fillRect/>
          </a:stretch>
        </p:blipFill>
        <p:spPr>
          <a:xfrm>
            <a:off x="4655301" y="2883080"/>
            <a:ext cx="3717924" cy="228731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Reward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r>
              <a:t>Rewards</a:t>
            </a:r>
          </a:p>
        </p:txBody>
      </p:sp>
      <p:pic>
        <p:nvPicPr>
          <p:cNvPr id="146" name="1_ueJkuVP8fkY8p5nXN2gc7Q.jpeg" descr="1_ueJkuVP8fkY8p5nXN2gc7Q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26467" y="1489331"/>
            <a:ext cx="7091066" cy="387933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59;p9" descr="Google Shape;59;p9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7413" t="0" r="7413" b="0"/>
          <a:stretch>
            <a:fillRect/>
          </a:stretch>
        </p:blipFill>
        <p:spPr>
          <a:xfrm>
            <a:off x="279895" y="1124942"/>
            <a:ext cx="3924809" cy="4608001"/>
          </a:xfrm>
          <a:prstGeom prst="rect">
            <a:avLst/>
          </a:prstGeom>
        </p:spPr>
      </p:pic>
      <p:sp>
        <p:nvSpPr>
          <p:cNvPr id="149" name="MUST be be between 0 and 1…"/>
          <p:cNvSpPr txBox="1"/>
          <p:nvPr>
            <p:ph type="body" sz="quarter" idx="1"/>
          </p:nvPr>
        </p:nvSpPr>
        <p:spPr>
          <a:xfrm>
            <a:off x="4171845" y="2606038"/>
            <a:ext cx="3920401" cy="1645924"/>
          </a:xfrm>
          <a:prstGeom prst="rect">
            <a:avLst/>
          </a:prstGeom>
        </p:spPr>
        <p:txBody>
          <a:bodyPr/>
          <a:lstStyle/>
          <a:p>
            <a:pPr marL="160421" indent="-160421">
              <a:buSzPct val="100000"/>
              <a:buChar char="•"/>
              <a:defRPr sz="2000"/>
            </a:pPr>
            <a:r>
              <a:rPr b="1"/>
              <a:t>MUST</a:t>
            </a:r>
            <a:r>
              <a:t> be be between 0 and 1</a:t>
            </a:r>
          </a:p>
          <a:p>
            <a:pPr lvl="1" marL="541421" indent="-160421">
              <a:buSzPct val="100000"/>
              <a:buChar char="•"/>
              <a:defRPr sz="2000"/>
            </a:pPr>
            <a:r>
              <a:t>Usually between 0.95-0.99</a:t>
            </a:r>
          </a:p>
          <a:p>
            <a:pPr marL="160421" indent="-160421">
              <a:buSzPct val="100000"/>
              <a:buChar char="•"/>
              <a:defRPr sz="2000"/>
            </a:pPr>
            <a:r>
              <a:t>Big gamma = long term reward</a:t>
            </a:r>
          </a:p>
          <a:p>
            <a:pPr marL="160421" indent="-160421">
              <a:buSzPct val="100000"/>
              <a:buChar char="•"/>
              <a:defRPr sz="2000"/>
            </a:pPr>
            <a:r>
              <a:t>Small gamma = short term reward</a:t>
            </a:r>
          </a:p>
        </p:txBody>
      </p:sp>
      <p:sp>
        <p:nvSpPr>
          <p:cNvPr id="150" name="Gamma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Gamma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ask typ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r>
              <a:t>Task types</a:t>
            </a:r>
          </a:p>
        </p:txBody>
      </p:sp>
      <p:sp>
        <p:nvSpPr>
          <p:cNvPr id="153" name="In a Discrete Action Space the agent has a finite set of choices."/>
          <p:cNvSpPr txBox="1"/>
          <p:nvPr>
            <p:ph type="body" sz="quarter" idx="1"/>
          </p:nvPr>
        </p:nvSpPr>
        <p:spPr>
          <a:xfrm>
            <a:off x="1312999" y="1508352"/>
            <a:ext cx="2760037" cy="1375138"/>
          </a:xfrm>
          <a:prstGeom prst="rect">
            <a:avLst/>
          </a:prstGeom>
        </p:spPr>
        <p:txBody>
          <a:bodyPr/>
          <a:lstStyle/>
          <a:p>
            <a:pPr marL="0" indent="0" defTabSz="329184">
              <a:lnSpc>
                <a:spcPct val="100000"/>
              </a:lnSpc>
              <a:spcBef>
                <a:spcPts val="800"/>
              </a:spcBef>
              <a:buClrTx/>
              <a:buSzTx/>
              <a:buFontTx/>
              <a:buNone/>
              <a:defRPr sz="1728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t>In a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Discrete Action Space</a:t>
            </a:r>
            <a:r>
              <a:t> the agent has a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finite</a:t>
            </a:r>
            <a:r>
              <a:t> set of choices.</a:t>
            </a:r>
          </a:p>
        </p:txBody>
      </p:sp>
      <p:sp>
        <p:nvSpPr>
          <p:cNvPr id="154" name="In a Continuous Action Space the agent has a infinite set of choices."/>
          <p:cNvSpPr txBox="1"/>
          <p:nvPr/>
        </p:nvSpPr>
        <p:spPr>
          <a:xfrm>
            <a:off x="5134245" y="1508352"/>
            <a:ext cx="2760038" cy="13751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>
            <a:normAutofit fontScale="100000" lnSpcReduction="0"/>
          </a:bodyPr>
          <a:lstStyle/>
          <a:p>
            <a:pPr defTabSz="329184">
              <a:spcBef>
                <a:spcPts val="800"/>
              </a:spcBef>
              <a:defRPr sz="1728">
                <a:latin typeface="Graphik"/>
                <a:ea typeface="Graphik"/>
                <a:cs typeface="Graphik"/>
                <a:sym typeface="Graphik"/>
              </a:defRPr>
            </a:pPr>
            <a:r>
              <a:t>In a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Continuous Action Space</a:t>
            </a:r>
            <a:r>
              <a:t> the agent has a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infinite</a:t>
            </a:r>
            <a:r>
              <a:t> set of choices.</a:t>
            </a:r>
          </a:p>
        </p:txBody>
      </p:sp>
      <p:pic>
        <p:nvPicPr>
          <p:cNvPr id="155" name="3-Card-Monte.png" descr="3-Card-Mont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32334" y="2883020"/>
            <a:ext cx="3321367" cy="228731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6" name="06.22.2017_Blog_B.jpg" descr="06.22.2017_Blog_B.jpg"/>
          <p:cNvPicPr>
            <a:picLocks noChangeAspect="1"/>
          </p:cNvPicPr>
          <p:nvPr/>
        </p:nvPicPr>
        <p:blipFill>
          <a:blip r:embed="rId3">
            <a:extLst/>
          </a:blip>
          <a:srcRect l="0" t="0" r="18727" b="0"/>
          <a:stretch>
            <a:fillRect/>
          </a:stretch>
        </p:blipFill>
        <p:spPr>
          <a:xfrm>
            <a:off x="4655301" y="2883080"/>
            <a:ext cx="3717924" cy="228731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Exploration &amp; Exploita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r>
              <a:t>Exploration &amp; Exploitation </a:t>
            </a:r>
          </a:p>
        </p:txBody>
      </p:sp>
      <p:sp>
        <p:nvSpPr>
          <p:cNvPr id="159" name="How do I choose what game to play?"/>
          <p:cNvSpPr txBox="1"/>
          <p:nvPr/>
        </p:nvSpPr>
        <p:spPr>
          <a:xfrm>
            <a:off x="851247" y="1649476"/>
            <a:ext cx="7441506" cy="13751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>
            <a:normAutofit fontScale="100000" lnSpcReduction="0"/>
          </a:bodyPr>
          <a:lstStyle>
            <a:lvl1pPr defTabSz="457200">
              <a:spcBef>
                <a:spcPts val="1200"/>
              </a:spcBef>
              <a:defRPr sz="2400"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r>
              <a:t>How do I choose what game to play?</a:t>
            </a:r>
          </a:p>
        </p:txBody>
      </p:sp>
      <p:pic>
        <p:nvPicPr>
          <p:cNvPr id="160" name="2d4be761dac771472a3de0f2431befd3674e0e08_2_690x337.jpeg" descr="2d4be761dac771472a3de0f2431befd3674e0e08_2_690x337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65560" y="2400171"/>
            <a:ext cx="6212880" cy="303440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Exploration &amp; Exploita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r>
              <a:t>Exploration &amp; Exploitation </a:t>
            </a:r>
          </a:p>
        </p:txBody>
      </p:sp>
      <p:sp>
        <p:nvSpPr>
          <p:cNvPr id="163" name="Exploration = trying new things (learn more).…"/>
          <p:cNvSpPr txBox="1"/>
          <p:nvPr/>
        </p:nvSpPr>
        <p:spPr>
          <a:xfrm>
            <a:off x="851247" y="2741431"/>
            <a:ext cx="7441506" cy="13751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>
            <a:normAutofit fontScale="100000" lnSpcReduction="0"/>
          </a:bodyPr>
          <a:lstStyle/>
          <a:p>
            <a:pPr defTabSz="384047">
              <a:spcBef>
                <a:spcPts val="1000"/>
              </a:spcBef>
              <a:defRPr sz="2016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Exploration = trying new things (learn more).</a:t>
            </a:r>
          </a:p>
          <a:p>
            <a:pPr defTabSz="384047">
              <a:spcBef>
                <a:spcPts val="1000"/>
              </a:spcBef>
              <a:defRPr sz="2016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Exploitation = sticking to what works best so far (earn more).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 主题​​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000FF"/>
      </a:hlink>
      <a:folHlink>
        <a:srgbClr val="FF00FF"/>
      </a:folHlink>
    </a:clrScheme>
    <a:fontScheme name="Office 主题​​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 主题​​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000FF"/>
      </a:hlink>
      <a:folHlink>
        <a:srgbClr val="FF00FF"/>
      </a:folHlink>
    </a:clrScheme>
    <a:fontScheme name="Office 主题​​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